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9" autoAdjust="0"/>
    <p:restoredTop sz="94660"/>
  </p:normalViewPr>
  <p:slideViewPr>
    <p:cSldViewPr snapToGrid="0">
      <p:cViewPr varScale="1">
        <p:scale>
          <a:sx n="89" d="100"/>
          <a:sy n="89" d="100"/>
        </p:scale>
        <p:origin x="10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 descr="図形 が含まれている画像&#10;&#10;自動的に生成された説明">
            <a:extLst>
              <a:ext uri="{FF2B5EF4-FFF2-40B4-BE49-F238E27FC236}">
                <a16:creationId xmlns:a16="http://schemas.microsoft.com/office/drawing/2014/main" id="{E7552C94-0D74-48C7-BFEE-932229ECF8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938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図形, 四角形&#10;&#10;自動的に生成された説明">
            <a:extLst>
              <a:ext uri="{FF2B5EF4-FFF2-40B4-BE49-F238E27FC236}">
                <a16:creationId xmlns:a16="http://schemas.microsoft.com/office/drawing/2014/main" id="{B931B76D-8250-4DAB-89EE-E99EB18C91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330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アイコン&#10;&#10;自動的に生成された説明">
            <a:extLst>
              <a:ext uri="{FF2B5EF4-FFF2-40B4-BE49-F238E27FC236}">
                <a16:creationId xmlns:a16="http://schemas.microsoft.com/office/drawing/2014/main" id="{CFEFDB91-82E1-4D85-94DE-846A4248EA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536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四角形&#10;&#10;自動的に生成された説明">
            <a:extLst>
              <a:ext uri="{FF2B5EF4-FFF2-40B4-BE49-F238E27FC236}">
                <a16:creationId xmlns:a16="http://schemas.microsoft.com/office/drawing/2014/main" id="{0CB4C041-B485-44D7-8DAC-7840CA3ACB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867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図形 が含まれている画像&#10;&#10;自動的に生成された説明">
            <a:extLst>
              <a:ext uri="{FF2B5EF4-FFF2-40B4-BE49-F238E27FC236}">
                <a16:creationId xmlns:a16="http://schemas.microsoft.com/office/drawing/2014/main" id="{CE07FEB7-3303-4947-98AD-32A838CFB2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278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図形&#10;&#10;自動的に生成された説明">
            <a:extLst>
              <a:ext uri="{FF2B5EF4-FFF2-40B4-BE49-F238E27FC236}">
                <a16:creationId xmlns:a16="http://schemas.microsoft.com/office/drawing/2014/main" id="{95BEC001-045A-4F69-BFC5-8CA6FB466A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117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図形 が含まれている画像&#10;&#10;自動的に生成された説明">
            <a:extLst>
              <a:ext uri="{FF2B5EF4-FFF2-40B4-BE49-F238E27FC236}">
                <a16:creationId xmlns:a16="http://schemas.microsoft.com/office/drawing/2014/main" id="{35B70EF1-4E69-4EF3-8727-71EA83B19A8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121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6" r:id="rId2"/>
    <p:sldLayoutId id="2147483672" r:id="rId3"/>
    <p:sldLayoutId id="2147483675" r:id="rId4"/>
    <p:sldLayoutId id="2147483674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D87CF53-1C3C-4427-BC8B-8E0DA9812C8A}"/>
              </a:ext>
            </a:extLst>
          </p:cNvPr>
          <p:cNvSpPr txBox="1"/>
          <p:nvPr/>
        </p:nvSpPr>
        <p:spPr>
          <a:xfrm>
            <a:off x="3728660" y="2109536"/>
            <a:ext cx="16866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題目 </a:t>
            </a:r>
            <a:r>
              <a:rPr kumimoji="1" lang="en-US" altLang="ja-JP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title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1B1EEB3-7EAF-475D-ACA9-74A7D349E345}"/>
              </a:ext>
            </a:extLst>
          </p:cNvPr>
          <p:cNvSpPr txBox="1"/>
          <p:nvPr/>
        </p:nvSpPr>
        <p:spPr>
          <a:xfrm>
            <a:off x="3300612" y="4527051"/>
            <a:ext cx="2542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京都工芸繊維大学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573FDD5-D1EE-421E-8BAD-D21FBA0EE436}"/>
              </a:ext>
            </a:extLst>
          </p:cNvPr>
          <p:cNvSpPr txBox="1"/>
          <p:nvPr/>
        </p:nvSpPr>
        <p:spPr>
          <a:xfrm>
            <a:off x="3632899" y="3763580"/>
            <a:ext cx="1878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吉永 塁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6096855-C58E-4A84-B584-9E4489BD2AB7}"/>
              </a:ext>
            </a:extLst>
          </p:cNvPr>
          <p:cNvSpPr txBox="1"/>
          <p:nvPr/>
        </p:nvSpPr>
        <p:spPr>
          <a:xfrm>
            <a:off x="3432904" y="5198189"/>
            <a:ext cx="2278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 err="1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yyyy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年 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mm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月 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dd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3077083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E89A403-0071-4062-98C6-1DB488BDDA0D}"/>
              </a:ext>
            </a:extLst>
          </p:cNvPr>
          <p:cNvSpPr txBox="1"/>
          <p:nvPr/>
        </p:nvSpPr>
        <p:spPr>
          <a:xfrm>
            <a:off x="112319" y="142544"/>
            <a:ext cx="27107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題目 </a:t>
            </a:r>
            <a:r>
              <a:rPr kumimoji="1" lang="en-US" altLang="ja-JP" sz="2800" dirty="0" err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frametitle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961D690-F622-4335-B67F-61BE6DD10A4F}"/>
              </a:ext>
            </a:extLst>
          </p:cNvPr>
          <p:cNvSpPr txBox="1"/>
          <p:nvPr/>
        </p:nvSpPr>
        <p:spPr>
          <a:xfrm>
            <a:off x="3978442" y="6620453"/>
            <a:ext cx="10988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5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題目 </a:t>
            </a:r>
            <a:r>
              <a:rPr kumimoji="1" lang="en-US" altLang="ja-JP" sz="105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title</a:t>
            </a:r>
            <a:endParaRPr kumimoji="1" lang="ja-JP" altLang="en-US" sz="105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8BC2C73-990F-4BBB-A5B8-CDAA856929D0}"/>
              </a:ext>
            </a:extLst>
          </p:cNvPr>
          <p:cNvSpPr txBox="1"/>
          <p:nvPr/>
        </p:nvSpPr>
        <p:spPr>
          <a:xfrm>
            <a:off x="505325" y="6630613"/>
            <a:ext cx="21095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吉永 塁（京都工芸繊維大学）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126FB50-0567-4F46-A8B1-9BDE15B67252}"/>
              </a:ext>
            </a:extLst>
          </p:cNvPr>
          <p:cNvSpPr txBox="1"/>
          <p:nvPr/>
        </p:nvSpPr>
        <p:spPr>
          <a:xfrm>
            <a:off x="6930191" y="6620453"/>
            <a:ext cx="14117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 err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yyyy</a:t>
            </a:r>
            <a:r>
              <a:rPr kumimoji="1" lang="ja-JP" altLang="en-US" sz="105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 </a:t>
            </a:r>
            <a:r>
              <a:rPr kumimoji="1" lang="en-US" altLang="ja-JP" sz="105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mm</a:t>
            </a:r>
            <a:r>
              <a:rPr kumimoji="1" lang="ja-JP" altLang="en-US" sz="105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 </a:t>
            </a:r>
            <a:r>
              <a:rPr kumimoji="1" lang="en-US" altLang="ja-JP" sz="105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dd</a:t>
            </a:r>
            <a:r>
              <a:rPr kumimoji="1" lang="ja-JP" altLang="en-US" sz="105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日</a:t>
            </a:r>
            <a:endParaRPr kumimoji="1" lang="en-US" altLang="ja-JP" sz="105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47C4F0B-2492-4074-A9C8-3E60268DACE2}"/>
              </a:ext>
            </a:extLst>
          </p:cNvPr>
          <p:cNvSpPr txBox="1"/>
          <p:nvPr/>
        </p:nvSpPr>
        <p:spPr>
          <a:xfrm>
            <a:off x="8502315" y="6620453"/>
            <a:ext cx="5775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sz="105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ii/</a:t>
            </a:r>
            <a:r>
              <a:rPr kumimoji="1" lang="en-US" altLang="ja-JP" sz="1050" dirty="0" err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nn</a:t>
            </a:r>
            <a:endParaRPr kumimoji="1" lang="ja-JP" altLang="en-US" sz="105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12139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35</Words>
  <Application>Microsoft Office PowerPoint</Application>
  <PresentationFormat>画面に合わせる (4:3)</PresentationFormat>
  <Paragraphs>9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メイリオ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吉永 塁</dc:creator>
  <cp:lastModifiedBy>塁 吉永</cp:lastModifiedBy>
  <cp:revision>40</cp:revision>
  <dcterms:created xsi:type="dcterms:W3CDTF">2022-02-13T08:23:12Z</dcterms:created>
  <dcterms:modified xsi:type="dcterms:W3CDTF">2026-08-13T07:36:03Z</dcterms:modified>
</cp:coreProperties>
</file>