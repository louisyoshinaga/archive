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61" r:id="rId3"/>
  </p:sldIdLst>
  <p:sldSz cx="12192000" cy="6858000"/>
  <p:notesSz cx="3244850" cy="5765800"/>
  <p:defaultTextStyle>
    <a:defPPr>
      <a:defRPr lang="ja-JP"/>
    </a:defPPr>
    <a:lvl1pPr marL="0" algn="l" defTabSz="1933116" rtl="0" eaLnBrk="1" latinLnBrk="0" hangingPunct="1">
      <a:defRPr kumimoji="1" sz="3805" kern="1200">
        <a:solidFill>
          <a:schemeClr val="tx1"/>
        </a:solidFill>
        <a:latin typeface="+mn-lt"/>
        <a:ea typeface="+mn-ea"/>
        <a:cs typeface="+mn-cs"/>
      </a:defRPr>
    </a:lvl1pPr>
    <a:lvl2pPr marL="966557" algn="l" defTabSz="1933116" rtl="0" eaLnBrk="1" latinLnBrk="0" hangingPunct="1">
      <a:defRPr kumimoji="1" sz="3805" kern="1200">
        <a:solidFill>
          <a:schemeClr val="tx1"/>
        </a:solidFill>
        <a:latin typeface="+mn-lt"/>
        <a:ea typeface="+mn-ea"/>
        <a:cs typeface="+mn-cs"/>
      </a:defRPr>
    </a:lvl2pPr>
    <a:lvl3pPr marL="1933116" algn="l" defTabSz="1933116" rtl="0" eaLnBrk="1" latinLnBrk="0" hangingPunct="1">
      <a:defRPr kumimoji="1" sz="3805" kern="1200">
        <a:solidFill>
          <a:schemeClr val="tx1"/>
        </a:solidFill>
        <a:latin typeface="+mn-lt"/>
        <a:ea typeface="+mn-ea"/>
        <a:cs typeface="+mn-cs"/>
      </a:defRPr>
    </a:lvl3pPr>
    <a:lvl4pPr marL="2899673" algn="l" defTabSz="1933116" rtl="0" eaLnBrk="1" latinLnBrk="0" hangingPunct="1">
      <a:defRPr kumimoji="1" sz="3805" kern="1200">
        <a:solidFill>
          <a:schemeClr val="tx1"/>
        </a:solidFill>
        <a:latin typeface="+mn-lt"/>
        <a:ea typeface="+mn-ea"/>
        <a:cs typeface="+mn-cs"/>
      </a:defRPr>
    </a:lvl4pPr>
    <a:lvl5pPr marL="3866230" algn="l" defTabSz="1933116" rtl="0" eaLnBrk="1" latinLnBrk="0" hangingPunct="1">
      <a:defRPr kumimoji="1" sz="3805" kern="1200">
        <a:solidFill>
          <a:schemeClr val="tx1"/>
        </a:solidFill>
        <a:latin typeface="+mn-lt"/>
        <a:ea typeface="+mn-ea"/>
        <a:cs typeface="+mn-cs"/>
      </a:defRPr>
    </a:lvl5pPr>
    <a:lvl6pPr marL="4832789" algn="l" defTabSz="1933116" rtl="0" eaLnBrk="1" latinLnBrk="0" hangingPunct="1">
      <a:defRPr kumimoji="1" sz="3805" kern="1200">
        <a:solidFill>
          <a:schemeClr val="tx1"/>
        </a:solidFill>
        <a:latin typeface="+mn-lt"/>
        <a:ea typeface="+mn-ea"/>
        <a:cs typeface="+mn-cs"/>
      </a:defRPr>
    </a:lvl6pPr>
    <a:lvl7pPr marL="5799346" algn="l" defTabSz="1933116" rtl="0" eaLnBrk="1" latinLnBrk="0" hangingPunct="1">
      <a:defRPr kumimoji="1" sz="3805" kern="1200">
        <a:solidFill>
          <a:schemeClr val="tx1"/>
        </a:solidFill>
        <a:latin typeface="+mn-lt"/>
        <a:ea typeface="+mn-ea"/>
        <a:cs typeface="+mn-cs"/>
      </a:defRPr>
    </a:lvl7pPr>
    <a:lvl8pPr marL="6765903" algn="l" defTabSz="1933116" rtl="0" eaLnBrk="1" latinLnBrk="0" hangingPunct="1">
      <a:defRPr kumimoji="1" sz="3805" kern="1200">
        <a:solidFill>
          <a:schemeClr val="tx1"/>
        </a:solidFill>
        <a:latin typeface="+mn-lt"/>
        <a:ea typeface="+mn-ea"/>
        <a:cs typeface="+mn-cs"/>
      </a:defRPr>
    </a:lvl8pPr>
    <a:lvl9pPr marL="7732461" algn="l" defTabSz="1933116" rtl="0" eaLnBrk="1" latinLnBrk="0" hangingPunct="1">
      <a:defRPr kumimoji="1" sz="38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87" userDrawn="1">
          <p15:clr>
            <a:srgbClr val="A4A3A4"/>
          </p15:clr>
        </p15:guide>
        <p15:guide id="2" pos="45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6B9"/>
    <a:srgbClr val="8D8D8D"/>
    <a:srgbClr val="ADADAD"/>
    <a:srgbClr val="CFCFCF"/>
    <a:srgbClr val="EFEFEF"/>
    <a:srgbClr val="DFDFDF"/>
    <a:srgbClr val="8F8F8F"/>
    <a:srgbClr val="176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85" autoAdjust="0"/>
    <p:restoredTop sz="96513" autoAdjust="0"/>
  </p:normalViewPr>
  <p:slideViewPr>
    <p:cSldViewPr>
      <p:cViewPr varScale="1">
        <p:scale>
          <a:sx n="89" d="100"/>
          <a:sy n="89" d="100"/>
        </p:scale>
        <p:origin x="470" y="67"/>
      </p:cViewPr>
      <p:guideLst>
        <p:guide orient="horz" pos="6087"/>
        <p:guide pos="45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アイコン&#10;&#10;中程度の精度で自動的に生成された説明">
            <a:extLst>
              <a:ext uri="{FF2B5EF4-FFF2-40B4-BE49-F238E27FC236}">
                <a16:creationId xmlns:a16="http://schemas.microsoft.com/office/drawing/2014/main" id="{D3E29C78-E0A8-42B2-B66E-4E7BF18CBA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7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アイコン&#10;&#10;自動的に生成された説明">
            <a:extLst>
              <a:ext uri="{FF2B5EF4-FFF2-40B4-BE49-F238E27FC236}">
                <a16:creationId xmlns:a16="http://schemas.microsoft.com/office/drawing/2014/main" id="{94B89837-51BB-4297-9DED-FDF8D6F3AE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四角形&#10;&#10;自動的に生成された説明">
            <a:extLst>
              <a:ext uri="{FF2B5EF4-FFF2-40B4-BE49-F238E27FC236}">
                <a16:creationId xmlns:a16="http://schemas.microsoft.com/office/drawing/2014/main" id="{C42B3D20-7897-425A-8638-A976DBEBF6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図形, 四角形&#10;&#10;自動的に生成された説明">
            <a:extLst>
              <a:ext uri="{FF2B5EF4-FFF2-40B4-BE49-F238E27FC236}">
                <a16:creationId xmlns:a16="http://schemas.microsoft.com/office/drawing/2014/main" id="{B3A13F0A-1B94-47E8-99B6-7371BD1C90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1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図形 が含まれている画像&#10;&#10;自動的に生成された説明">
            <a:extLst>
              <a:ext uri="{FF2B5EF4-FFF2-40B4-BE49-F238E27FC236}">
                <a16:creationId xmlns:a16="http://schemas.microsoft.com/office/drawing/2014/main" id="{ECA3F61D-3742-4F4A-83CD-7E2D6FCD12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78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2" y="9395"/>
            <a:ext cx="12179916" cy="68486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58" y="0"/>
                </a:moveTo>
                <a:lnTo>
                  <a:pt x="0" y="0"/>
                </a:lnTo>
                <a:lnTo>
                  <a:pt x="0" y="3240024"/>
                </a:lnTo>
                <a:lnTo>
                  <a:pt x="5759958" y="3240024"/>
                </a:lnTo>
                <a:lnTo>
                  <a:pt x="575995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sz="6032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8" r:id="rId2"/>
    <p:sldLayoutId id="2147483661" r:id="rId3"/>
    <p:sldLayoutId id="2147483662" r:id="rId4"/>
    <p:sldLayoutId id="2147483667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966253">
        <a:defRPr>
          <a:latin typeface="+mn-lt"/>
          <a:ea typeface="+mn-ea"/>
          <a:cs typeface="+mn-cs"/>
        </a:defRPr>
      </a:lvl2pPr>
      <a:lvl3pPr marL="1932505">
        <a:defRPr>
          <a:latin typeface="+mn-lt"/>
          <a:ea typeface="+mn-ea"/>
          <a:cs typeface="+mn-cs"/>
        </a:defRPr>
      </a:lvl3pPr>
      <a:lvl4pPr marL="2898758">
        <a:defRPr>
          <a:latin typeface="+mn-lt"/>
          <a:ea typeface="+mn-ea"/>
          <a:cs typeface="+mn-cs"/>
        </a:defRPr>
      </a:lvl4pPr>
      <a:lvl5pPr marL="3865011">
        <a:defRPr>
          <a:latin typeface="+mn-lt"/>
          <a:ea typeface="+mn-ea"/>
          <a:cs typeface="+mn-cs"/>
        </a:defRPr>
      </a:lvl5pPr>
      <a:lvl6pPr marL="4831265">
        <a:defRPr>
          <a:latin typeface="+mn-lt"/>
          <a:ea typeface="+mn-ea"/>
          <a:cs typeface="+mn-cs"/>
        </a:defRPr>
      </a:lvl6pPr>
      <a:lvl7pPr marL="5797516">
        <a:defRPr>
          <a:latin typeface="+mn-lt"/>
          <a:ea typeface="+mn-ea"/>
          <a:cs typeface="+mn-cs"/>
        </a:defRPr>
      </a:lvl7pPr>
      <a:lvl8pPr marL="6763770">
        <a:defRPr>
          <a:latin typeface="+mn-lt"/>
          <a:ea typeface="+mn-ea"/>
          <a:cs typeface="+mn-cs"/>
        </a:defRPr>
      </a:lvl8pPr>
      <a:lvl9pPr marL="773002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966253">
        <a:defRPr>
          <a:latin typeface="+mn-lt"/>
          <a:ea typeface="+mn-ea"/>
          <a:cs typeface="+mn-cs"/>
        </a:defRPr>
      </a:lvl2pPr>
      <a:lvl3pPr marL="1932505">
        <a:defRPr>
          <a:latin typeface="+mn-lt"/>
          <a:ea typeface="+mn-ea"/>
          <a:cs typeface="+mn-cs"/>
        </a:defRPr>
      </a:lvl3pPr>
      <a:lvl4pPr marL="2898758">
        <a:defRPr>
          <a:latin typeface="+mn-lt"/>
          <a:ea typeface="+mn-ea"/>
          <a:cs typeface="+mn-cs"/>
        </a:defRPr>
      </a:lvl4pPr>
      <a:lvl5pPr marL="3865011">
        <a:defRPr>
          <a:latin typeface="+mn-lt"/>
          <a:ea typeface="+mn-ea"/>
          <a:cs typeface="+mn-cs"/>
        </a:defRPr>
      </a:lvl5pPr>
      <a:lvl6pPr marL="4831265">
        <a:defRPr>
          <a:latin typeface="+mn-lt"/>
          <a:ea typeface="+mn-ea"/>
          <a:cs typeface="+mn-cs"/>
        </a:defRPr>
      </a:lvl6pPr>
      <a:lvl7pPr marL="5797516">
        <a:defRPr>
          <a:latin typeface="+mn-lt"/>
          <a:ea typeface="+mn-ea"/>
          <a:cs typeface="+mn-cs"/>
        </a:defRPr>
      </a:lvl7pPr>
      <a:lvl8pPr marL="6763770">
        <a:defRPr>
          <a:latin typeface="+mn-lt"/>
          <a:ea typeface="+mn-ea"/>
          <a:cs typeface="+mn-cs"/>
        </a:defRPr>
      </a:lvl8pPr>
      <a:lvl9pPr marL="773002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80C361B-42B0-4665-A537-3EE119909F44}"/>
              </a:ext>
            </a:extLst>
          </p:cNvPr>
          <p:cNvSpPr txBox="1"/>
          <p:nvPr/>
        </p:nvSpPr>
        <p:spPr>
          <a:xfrm>
            <a:off x="4721830" y="2079622"/>
            <a:ext cx="2748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題目 </a:t>
            </a:r>
            <a:r>
              <a:rPr kumimoji="1" lang="en-US" altLang="ja-JP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title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DDE875B-DE68-4458-8D89-F9099CC65353}"/>
              </a:ext>
            </a:extLst>
          </p:cNvPr>
          <p:cNvSpPr txBox="1"/>
          <p:nvPr/>
        </p:nvSpPr>
        <p:spPr>
          <a:xfrm>
            <a:off x="4890975" y="3581400"/>
            <a:ext cx="2410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吉永 塁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0D350BF-FF21-4EE4-9607-8A3FE076AD9C}"/>
              </a:ext>
            </a:extLst>
          </p:cNvPr>
          <p:cNvSpPr txBox="1"/>
          <p:nvPr/>
        </p:nvSpPr>
        <p:spPr>
          <a:xfrm>
            <a:off x="4596318" y="4419600"/>
            <a:ext cx="2999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京都工芸繊維大学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06C00D3-1F0C-43C0-9336-24AA1A5E868D}"/>
              </a:ext>
            </a:extLst>
          </p:cNvPr>
          <p:cNvSpPr txBox="1"/>
          <p:nvPr/>
        </p:nvSpPr>
        <p:spPr>
          <a:xfrm>
            <a:off x="4956904" y="5165467"/>
            <a:ext cx="2278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dirty="0" err="1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yyyy</a:t>
            </a:r>
            <a:r>
              <a:rPr kumimoji="1"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年 </a:t>
            </a:r>
            <a:r>
              <a:rPr kumimoji="1" lang="en-US" altLang="ja-JP" sz="18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mm</a:t>
            </a:r>
            <a:r>
              <a:rPr kumimoji="1"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月 </a:t>
            </a:r>
            <a:r>
              <a:rPr kumimoji="1" lang="en-US" altLang="ja-JP" sz="18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dd</a:t>
            </a:r>
            <a:r>
              <a:rPr kumimoji="1"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405784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1E6FFD-1B06-467A-9F98-300AFBB638C6}"/>
              </a:ext>
            </a:extLst>
          </p:cNvPr>
          <p:cNvSpPr txBox="1"/>
          <p:nvPr/>
        </p:nvSpPr>
        <p:spPr>
          <a:xfrm>
            <a:off x="143773" y="169653"/>
            <a:ext cx="2710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題目 </a:t>
            </a:r>
            <a:r>
              <a:rPr kumimoji="1" lang="en-US" altLang="ja-JP" sz="280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frametitle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D30B605-9956-412D-ABD9-8DCA8AE87D0B}"/>
              </a:ext>
            </a:extLst>
          </p:cNvPr>
          <p:cNvSpPr txBox="1"/>
          <p:nvPr/>
        </p:nvSpPr>
        <p:spPr>
          <a:xfrm>
            <a:off x="5551638" y="6630613"/>
            <a:ext cx="10988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題目 </a:t>
            </a:r>
            <a:r>
              <a:rPr kumimoji="1" lang="en-US" altLang="ja-JP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title</a:t>
            </a:r>
            <a:endParaRPr kumimoji="1" lang="ja-JP" altLang="en-US" sz="105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3042A28-2193-46DC-9DB9-4E936A86D9A9}"/>
              </a:ext>
            </a:extLst>
          </p:cNvPr>
          <p:cNvSpPr txBox="1"/>
          <p:nvPr/>
        </p:nvSpPr>
        <p:spPr>
          <a:xfrm>
            <a:off x="937392" y="6635693"/>
            <a:ext cx="2109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吉永 塁（京都工芸繊維大学）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6A6D77-464D-45B5-BB62-DB47649F41E9}"/>
              </a:ext>
            </a:extLst>
          </p:cNvPr>
          <p:cNvSpPr txBox="1"/>
          <p:nvPr/>
        </p:nvSpPr>
        <p:spPr>
          <a:xfrm>
            <a:off x="9535160" y="6630757"/>
            <a:ext cx="14117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yyyy</a:t>
            </a:r>
            <a:r>
              <a:rPr kumimoji="1" lang="ja-JP" altLang="en-US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 </a:t>
            </a:r>
            <a:r>
              <a:rPr kumimoji="1" lang="en-US" altLang="ja-JP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mm</a:t>
            </a:r>
            <a:r>
              <a:rPr kumimoji="1" lang="ja-JP" altLang="en-US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 </a:t>
            </a:r>
            <a:r>
              <a:rPr kumimoji="1" lang="en-US" altLang="ja-JP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dd</a:t>
            </a:r>
            <a:r>
              <a:rPr kumimoji="1" lang="ja-JP" altLang="en-US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</a:t>
            </a:r>
            <a:endParaRPr kumimoji="1" lang="en-US" altLang="ja-JP" sz="105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6BD7A48-4487-4CD5-9BCB-D0BC200AE973}"/>
              </a:ext>
            </a:extLst>
          </p:cNvPr>
          <p:cNvSpPr txBox="1"/>
          <p:nvPr/>
        </p:nvSpPr>
        <p:spPr>
          <a:xfrm>
            <a:off x="11506200" y="6629400"/>
            <a:ext cx="5775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ii/</a:t>
            </a:r>
            <a:r>
              <a:rPr kumimoji="1" lang="en-US" altLang="ja-JP" sz="105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nn</a:t>
            </a:r>
            <a:endParaRPr kumimoji="1" lang="ja-JP" altLang="en-US" sz="105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962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35</Words>
  <Application>Microsoft Office PowerPoint</Application>
  <PresentationFormat>ワイド画面</PresentationFormat>
  <Paragraphs>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メイリオ</vt:lpstr>
      <vt:lpstr>Calibri</vt:lpstr>
      <vt:lpstr>Office Theme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塁 吉永</cp:lastModifiedBy>
  <cp:revision>67</cp:revision>
  <dcterms:created xsi:type="dcterms:W3CDTF">2022-02-12T15:22:58Z</dcterms:created>
  <dcterms:modified xsi:type="dcterms:W3CDTF">2026-08-13T07:39:04Z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2022-02-13T00:00:00Z</vt:filetime>
  </property>
  <property fmtid="{D5CDD505-2E9C-101B-9397-08002B2CF9AE}" pid="3" name="Creator">
    <vt:lpwstr>LaTeX with Beamer class version 3.33</vt:lpwstr>
  </property>
  <property fmtid="{D5CDD505-2E9C-101B-9397-08002B2CF9AE}" pid="4" name="LastSaved">
    <vt:filetime>2022-02-13T00:00:00Z</vt:filetime>
  </property>
</Properties>
</file>